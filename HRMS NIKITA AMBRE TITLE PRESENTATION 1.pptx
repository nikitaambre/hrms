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441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6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66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8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932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73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0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38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69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4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66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185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36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01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661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294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9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9229FC0-F9A7-4962-8760-6DB36224C65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7DA5350-87C2-4E26-A03F-24AA40C8D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2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  <p:sldLayoutId id="214748387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67C0-768D-412C-8A7E-1C31B92A2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2292472"/>
            <a:ext cx="6815669" cy="1515533"/>
          </a:xfrm>
        </p:spPr>
        <p:txBody>
          <a:bodyPr/>
          <a:lstStyle/>
          <a:p>
            <a:r>
              <a:rPr lang="en-IN" sz="9600" b="1" dirty="0">
                <a:solidFill>
                  <a:srgbClr val="002060"/>
                </a:solidFill>
                <a:latin typeface="Bodoni MT" panose="02070603080606020203" pitchFamily="18" charset="0"/>
              </a:rPr>
              <a:t>WELCOME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786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90DA27-C8A8-4F80-A753-554ACEE5B96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44944" y="726140"/>
            <a:ext cx="1902109" cy="1801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FEC836-8848-413E-AB83-BD935CD83425}"/>
              </a:ext>
            </a:extLst>
          </p:cNvPr>
          <p:cNvSpPr txBox="1"/>
          <p:nvPr/>
        </p:nvSpPr>
        <p:spPr>
          <a:xfrm>
            <a:off x="2682468" y="3949060"/>
            <a:ext cx="6827057" cy="205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 Management System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: 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Nikita Anil Ambre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: 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MCA I</a:t>
            </a:r>
          </a:p>
          <a:p>
            <a:pPr lvl="0"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Seat Number 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3FE45-EAD4-44D4-A454-3B217C412525}"/>
              </a:ext>
            </a:extLst>
          </p:cNvPr>
          <p:cNvSpPr txBox="1"/>
          <p:nvPr/>
        </p:nvSpPr>
        <p:spPr>
          <a:xfrm>
            <a:off x="1093690" y="2699812"/>
            <a:ext cx="100046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PIRENS INSTITUTE OF BUSINESS MANAGEMENT AND ADMINSTRATION (IBMA)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7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92EC79-6064-499C-810A-1CA0E1E79107}"/>
              </a:ext>
            </a:extLst>
          </p:cNvPr>
          <p:cNvSpPr txBox="1"/>
          <p:nvPr/>
        </p:nvSpPr>
        <p:spPr>
          <a:xfrm>
            <a:off x="1351429" y="3044279"/>
            <a:ext cx="94891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 Management System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493F0C-1AD8-44BA-A2FB-1138F9D713A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91888" y="855171"/>
            <a:ext cx="1263445" cy="12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3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742188-FD46-43DC-B62D-618307C20359}"/>
              </a:ext>
            </a:extLst>
          </p:cNvPr>
          <p:cNvSpPr txBox="1"/>
          <p:nvPr/>
        </p:nvSpPr>
        <p:spPr>
          <a:xfrm>
            <a:off x="3048000" y="107938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BBD30-569F-4A8F-9D08-F2AAC5E9BD8E}"/>
              </a:ext>
            </a:extLst>
          </p:cNvPr>
          <p:cNvSpPr txBox="1"/>
          <p:nvPr/>
        </p:nvSpPr>
        <p:spPr>
          <a:xfrm>
            <a:off x="1143146" y="2256339"/>
            <a:ext cx="10694893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Management System (HRMS)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application used to manage employee information in an organization.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in handling tasks like employee records, attendance, payroll, and leave management.</a:t>
            </a:r>
            <a:b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reduces manual work, saves time, and improves accuracy. It provides a user-friendly interface for both admin and employees.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E2AC36-C54E-4349-BC5D-F756EDFCEB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91888" y="855171"/>
            <a:ext cx="1263445" cy="12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03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AD9898-1E3C-43BA-9070-8C642977EAE8}"/>
              </a:ext>
            </a:extLst>
          </p:cNvPr>
          <p:cNvSpPr txBox="1"/>
          <p:nvPr/>
        </p:nvSpPr>
        <p:spPr>
          <a:xfrm>
            <a:off x="3684493" y="108239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DB998E-F43C-4F22-A3D0-1391FDD3F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023" y="2099473"/>
            <a:ext cx="10174941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any company, managing employees manually is difficult and time-consuming.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HR Management System is designed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HR tasks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management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tracking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calculation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makes the work faster, easier, and more organized.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145FD3-14D1-4089-8A90-B5D537C393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91888" y="855171"/>
            <a:ext cx="1263445" cy="12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91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00AC4-EB03-40DA-9B53-48596C927951}"/>
              </a:ext>
            </a:extLst>
          </p:cNvPr>
          <p:cNvSpPr txBox="1"/>
          <p:nvPr/>
        </p:nvSpPr>
        <p:spPr>
          <a:xfrm>
            <a:off x="3048000" y="11271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514035-CCCF-4896-BC8B-AD22C90EC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671401"/>
            <a:ext cx="762000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employee records efficiently.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paperwork.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attendance and payroll.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login for admin and employees.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accuracy and save time.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5D6819-8F83-4712-9C79-C727179BC2E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91888" y="855171"/>
            <a:ext cx="1263445" cy="12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5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CC3C23-F7EB-4E89-AA08-F538493FDF02}"/>
              </a:ext>
            </a:extLst>
          </p:cNvPr>
          <p:cNvSpPr txBox="1"/>
          <p:nvPr/>
        </p:nvSpPr>
        <p:spPr>
          <a:xfrm>
            <a:off x="3048000" y="76424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5F508-A060-4301-A4E4-56CF98448A9E}"/>
              </a:ext>
            </a:extLst>
          </p:cNvPr>
          <p:cNvSpPr txBox="1"/>
          <p:nvPr/>
        </p:nvSpPr>
        <p:spPr>
          <a:xfrm>
            <a:off x="1604683" y="2013784"/>
            <a:ext cx="5450541" cy="336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login authentication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employee details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all employees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Approve/reject leave requests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payroll (salary, bonus, deductions)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showing total employees and salary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99152-03E0-4A79-B140-16B821FB42C4}"/>
              </a:ext>
            </a:extLst>
          </p:cNvPr>
          <p:cNvSpPr txBox="1"/>
          <p:nvPr/>
        </p:nvSpPr>
        <p:spPr>
          <a:xfrm>
            <a:off x="7763436" y="2033351"/>
            <a:ext cx="6096000" cy="336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Module: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login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personal profile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 attendance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for leave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leave status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salary details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40F37-6338-4450-BCA6-997CCF545A9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55594" y="849887"/>
            <a:ext cx="1263445" cy="12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90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EB5D70-C31F-4EE8-B5C7-0FB485A83167}"/>
              </a:ext>
            </a:extLst>
          </p:cNvPr>
          <p:cNvSpPr txBox="1"/>
          <p:nvPr/>
        </p:nvSpPr>
        <p:spPr>
          <a:xfrm>
            <a:off x="2545976" y="1000362"/>
            <a:ext cx="71000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TECHNIQUES (Frontend &amp; Backend)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27EE1-D8EF-4348-8C19-73893EA1DAC8}"/>
              </a:ext>
            </a:extLst>
          </p:cNvPr>
          <p:cNvSpPr txBox="1"/>
          <p:nvPr/>
        </p:nvSpPr>
        <p:spPr>
          <a:xfrm>
            <a:off x="791136" y="2286471"/>
            <a:ext cx="4298576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(User Interface)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– structure of web pages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– design and layout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– interactive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D3E02-B244-4991-AB4B-5EB8D54586C2}"/>
              </a:ext>
            </a:extLst>
          </p:cNvPr>
          <p:cNvSpPr txBox="1"/>
          <p:nvPr/>
        </p:nvSpPr>
        <p:spPr>
          <a:xfrm>
            <a:off x="4679577" y="2282458"/>
            <a:ext cx="3487271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(Logic &amp; Processing)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(Servlet)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authentication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FFFC8AA-D6CE-4BEF-8A52-92D941720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4571" y="2282458"/>
            <a:ext cx="309954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Stores: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details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records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data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information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F3B703-AFE7-47A3-A1E7-25EE8FC225A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91888" y="855171"/>
            <a:ext cx="1263445" cy="12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0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32D13F-6522-488F-89C6-3FBB48EEBF94}"/>
              </a:ext>
            </a:extLst>
          </p:cNvPr>
          <p:cNvSpPr txBox="1"/>
          <p:nvPr/>
        </p:nvSpPr>
        <p:spPr>
          <a:xfrm>
            <a:off x="3048000" y="11271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B6C449-45FF-42B8-A8F5-E38B847B4F06}"/>
              </a:ext>
            </a:extLst>
          </p:cNvPr>
          <p:cNvSpPr txBox="1"/>
          <p:nvPr/>
        </p:nvSpPr>
        <p:spPr>
          <a:xfrm>
            <a:off x="2608729" y="2256339"/>
            <a:ext cx="6535271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attendance.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 system between HR and employees.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resume screening.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Skill Development Module.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Performance Analysis.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A659E3-07C0-4659-90C2-64781591A70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91888" y="855171"/>
            <a:ext cx="1263445" cy="12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2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1E4740-3F83-4A2E-ACFE-F77030335BAE}"/>
              </a:ext>
            </a:extLst>
          </p:cNvPr>
          <p:cNvSpPr txBox="1"/>
          <p:nvPr/>
        </p:nvSpPr>
        <p:spPr>
          <a:xfrm>
            <a:off x="1066799" y="2487171"/>
            <a:ext cx="10255624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HR Management System is an efficient solution to manage employee data and HR activities.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work, increases accuracy, and improves productivity.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is useful for any organization to handle HR operations smoothly and effectively.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B45D3-0564-40F5-8DFD-55FD430D3D38}"/>
              </a:ext>
            </a:extLst>
          </p:cNvPr>
          <p:cNvSpPr txBox="1"/>
          <p:nvPr/>
        </p:nvSpPr>
        <p:spPr>
          <a:xfrm>
            <a:off x="4204447" y="11271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FA9C8E-A097-40E1-B5F2-3DA1C03EDBE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91888" y="855171"/>
            <a:ext cx="1263445" cy="124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9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5194FA-4ED7-46E5-90AD-578FE2493011}"/>
              </a:ext>
            </a:extLst>
          </p:cNvPr>
          <p:cNvSpPr txBox="1"/>
          <p:nvPr/>
        </p:nvSpPr>
        <p:spPr>
          <a:xfrm>
            <a:off x="1918447" y="2718036"/>
            <a:ext cx="8355105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9600" b="1" u="sng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33139197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227</TotalTime>
  <Words>366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Bodoni MT</vt:lpstr>
      <vt:lpstr>Garamond</vt:lpstr>
      <vt:lpstr>Times New Roman</vt:lpstr>
      <vt:lpstr>Organic</vt:lpstr>
      <vt:lpstr>WELCOME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Admin</dc:creator>
  <cp:lastModifiedBy>Admin</cp:lastModifiedBy>
  <cp:revision>3</cp:revision>
  <dcterms:created xsi:type="dcterms:W3CDTF">2026-04-10T15:02:05Z</dcterms:created>
  <dcterms:modified xsi:type="dcterms:W3CDTF">2026-04-10T18:49:54Z</dcterms:modified>
</cp:coreProperties>
</file>